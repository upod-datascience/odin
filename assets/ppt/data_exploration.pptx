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73" r:id="rId3"/>
    <p:sldId id="256" r:id="rId4"/>
    <p:sldId id="266" r:id="rId5"/>
    <p:sldId id="258" r:id="rId6"/>
    <p:sldId id="280" r:id="rId7"/>
    <p:sldId id="281" r:id="rId8"/>
    <p:sldId id="262" r:id="rId9"/>
    <p:sldId id="260" r:id="rId10"/>
    <p:sldId id="261" r:id="rId11"/>
    <p:sldId id="265" r:id="rId12"/>
    <p:sldId id="264" r:id="rId13"/>
    <p:sldId id="263" r:id="rId14"/>
    <p:sldId id="282" r:id="rId15"/>
    <p:sldId id="283" r:id="rId16"/>
    <p:sldId id="284" r:id="rId17"/>
    <p:sldId id="259" r:id="rId18"/>
    <p:sldId id="274" r:id="rId19"/>
    <p:sldId id="275" r:id="rId20"/>
    <p:sldId id="279" r:id="rId21"/>
    <p:sldId id="278" r:id="rId22"/>
    <p:sldId id="276" r:id="rId23"/>
    <p:sldId id="277" r:id="rId24"/>
    <p:sldId id="268" r:id="rId25"/>
    <p:sldId id="269" r:id="rId26"/>
    <p:sldId id="271" r:id="rId27"/>
    <p:sldId id="272" r:id="rId28"/>
    <p:sldId id="267" r:id="rId2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27-8-2024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27-8-2024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27-8-2024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27-8-2024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svg"/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svg"/><Relationship Id="rId5" Type="http://schemas.openxmlformats.org/officeDocument/2006/relationships/image" Target="../media/image22.sv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925606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195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4625C7-DC4A-4491-AF1E-52984F0470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9"/>
          <a:stretch/>
        </p:blipFill>
        <p:spPr>
          <a:xfrm>
            <a:off x="2424139" y="352927"/>
            <a:ext cx="7343722" cy="650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362</Words>
  <Application>Microsoft Office PowerPoint</Application>
  <PresentationFormat>Widescreen</PresentationFormat>
  <Paragraphs>126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38</cp:revision>
  <dcterms:created xsi:type="dcterms:W3CDTF">2024-08-14T11:19:45Z</dcterms:created>
  <dcterms:modified xsi:type="dcterms:W3CDTF">2024-08-27T09:39:08Z</dcterms:modified>
</cp:coreProperties>
</file>