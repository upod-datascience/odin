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273" r:id="rId3"/>
    <p:sldId id="256" r:id="rId4"/>
    <p:sldId id="266" r:id="rId5"/>
    <p:sldId id="258" r:id="rId6"/>
    <p:sldId id="281" r:id="rId7"/>
    <p:sldId id="262" r:id="rId8"/>
    <p:sldId id="260" r:id="rId9"/>
    <p:sldId id="261" r:id="rId10"/>
    <p:sldId id="265" r:id="rId11"/>
    <p:sldId id="264" r:id="rId12"/>
    <p:sldId id="263" r:id="rId13"/>
    <p:sldId id="280" r:id="rId14"/>
    <p:sldId id="282" r:id="rId15"/>
    <p:sldId id="283" r:id="rId16"/>
    <p:sldId id="284" r:id="rId17"/>
    <p:sldId id="259" r:id="rId18"/>
    <p:sldId id="274" r:id="rId19"/>
    <p:sldId id="275" r:id="rId20"/>
    <p:sldId id="279" r:id="rId21"/>
    <p:sldId id="278" r:id="rId22"/>
    <p:sldId id="276" r:id="rId23"/>
    <p:sldId id="277" r:id="rId24"/>
    <p:sldId id="268" r:id="rId25"/>
    <p:sldId id="269" r:id="rId26"/>
    <p:sldId id="271" r:id="rId27"/>
    <p:sldId id="272" r:id="rId28"/>
    <p:sldId id="267" r:id="rId2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8" y="3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nl-NL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27-8-2024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27-8-2024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27-8-2024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27-8-2024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27-8-2024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27-8-2024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27-8-2024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27-8-2024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DS.UMCUTRECHT.NL\DATA\LAB\lab_research\RES-Folder-UPOD\ODIN-UC4\G_Output\3_OtherOutput\ha_8180v_user_manual.pdf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792572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195*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25545"/>
            <a:ext cx="4114800" cy="365125"/>
          </a:xfrm>
        </p:spPr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F0FF0B-34D3-4B7E-B257-2C2107C39FA2}"/>
              </a:ext>
            </a:extLst>
          </p:cNvPr>
          <p:cNvSpPr txBox="1"/>
          <p:nvPr/>
        </p:nvSpPr>
        <p:spPr>
          <a:xfrm>
            <a:off x="5081336" y="6590670"/>
            <a:ext cx="1788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dirty="0"/>
              <a:t>*</a:t>
            </a:r>
            <a:r>
              <a:rPr lang="it-IT" sz="1050" dirty="0">
                <a:hlinkClick r:id="rId2" action="ppaction://hlinkfile"/>
              </a:rPr>
              <a:t>Machine Reference Manual</a:t>
            </a:r>
            <a:endParaRPr lang="nl-NL" sz="1050" dirty="0"/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2EDD9-3028-4E42-A5D9-F1DB5004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8297" y="0"/>
            <a:ext cx="64554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1D145-8AC1-45C7-8D61-50D4BD1CC9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6458" y="1957137"/>
            <a:ext cx="6005542" cy="36495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8D7C7E-C973-4558-835C-AE7A82ECC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8" y="1957137"/>
            <a:ext cx="6005542" cy="364958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D21716-6BD7-4A50-9558-0D0C13985C2D}"/>
              </a:ext>
            </a:extLst>
          </p:cNvPr>
          <p:cNvCxnSpPr>
            <a:cxnSpLocks/>
            <a:stCxn id="13" idx="2"/>
            <a:endCxn id="28" idx="7"/>
          </p:cNvCxnSpPr>
          <p:nvPr/>
        </p:nvCxnSpPr>
        <p:spPr>
          <a:xfrm flipH="1">
            <a:off x="1745476" y="1706964"/>
            <a:ext cx="1271553" cy="6181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88E362-09B2-4B0B-BBDE-2EFEFF000F9B}"/>
              </a:ext>
            </a:extLst>
          </p:cNvPr>
          <p:cNvCxnSpPr>
            <a:cxnSpLocks/>
            <a:stCxn id="13" idx="2"/>
            <a:endCxn id="30" idx="1"/>
          </p:cNvCxnSpPr>
          <p:nvPr/>
        </p:nvCxnSpPr>
        <p:spPr>
          <a:xfrm>
            <a:off x="3017029" y="1706964"/>
            <a:ext cx="1532465" cy="797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06D038-F66B-4859-9416-A23E4E34906D}"/>
              </a:ext>
            </a:extLst>
          </p:cNvPr>
          <p:cNvSpPr txBox="1"/>
          <p:nvPr/>
        </p:nvSpPr>
        <p:spPr>
          <a:xfrm>
            <a:off x="1490242" y="1337632"/>
            <a:ext cx="3053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 to NaN... Imputation?</a:t>
            </a:r>
            <a:endParaRPr lang="nl-N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8F7243-8499-4EB9-8006-57DE1509E5C3}"/>
              </a:ext>
            </a:extLst>
          </p:cNvPr>
          <p:cNvSpPr txBox="1"/>
          <p:nvPr/>
        </p:nvSpPr>
        <p:spPr>
          <a:xfrm>
            <a:off x="8060265" y="1152966"/>
            <a:ext cx="2229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Considered Outliers</a:t>
            </a:r>
            <a:endParaRPr lang="nl-NL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44B29E-148B-46BB-A8FF-E530EC852232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9175192" y="1522298"/>
            <a:ext cx="1451811" cy="11084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6788B4-CBEF-49A2-B29F-3DAC5165F805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7955994" y="1522298"/>
            <a:ext cx="1219198" cy="12127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5D3BB183-A2CA-46A2-B9C3-ADAE972B9027}"/>
              </a:ext>
            </a:extLst>
          </p:cNvPr>
          <p:cNvSpPr/>
          <p:nvPr/>
        </p:nvSpPr>
        <p:spPr>
          <a:xfrm>
            <a:off x="1444235" y="2056559"/>
            <a:ext cx="352926" cy="183365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FC1405A-A1FB-4B7D-A729-6F366D78F1F5}"/>
              </a:ext>
            </a:extLst>
          </p:cNvPr>
          <p:cNvSpPr/>
          <p:nvPr/>
        </p:nvSpPr>
        <p:spPr>
          <a:xfrm>
            <a:off x="4497809" y="2056558"/>
            <a:ext cx="352926" cy="3060874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/>
          <p:nvPr/>
        </p:nvCxnSpPr>
        <p:spPr>
          <a:xfrm>
            <a:off x="344905" y="4868779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2310061" y="458804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/>
          <p:nvPr/>
        </p:nvCxnSpPr>
        <p:spPr>
          <a:xfrm>
            <a:off x="351141" y="389021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2181726" y="3609474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/>
          <p:nvPr/>
        </p:nvCxnSpPr>
        <p:spPr>
          <a:xfrm>
            <a:off x="3376752" y="5219798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166A446-0273-44CD-8582-FA57872289AC}"/>
              </a:ext>
            </a:extLst>
          </p:cNvPr>
          <p:cNvSpPr txBox="1"/>
          <p:nvPr/>
        </p:nvSpPr>
        <p:spPr>
          <a:xfrm>
            <a:off x="5624542" y="503513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/>
          <p:nvPr/>
        </p:nvCxnSpPr>
        <p:spPr>
          <a:xfrm>
            <a:off x="3382988" y="511278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9388AA8-1909-4DBD-B882-1AB427F2771E}"/>
              </a:ext>
            </a:extLst>
          </p:cNvPr>
          <p:cNvSpPr txBox="1"/>
          <p:nvPr/>
        </p:nvSpPr>
        <p:spPr>
          <a:xfrm>
            <a:off x="5566173" y="4796958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CF186115-EF21-4E45-BA1A-F7A01B55B725}"/>
              </a:ext>
            </a:extLst>
          </p:cNvPr>
          <p:cNvSpPr/>
          <p:nvPr/>
        </p:nvSpPr>
        <p:spPr>
          <a:xfrm>
            <a:off x="5654279" y="3364185"/>
            <a:ext cx="1094205" cy="369332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946F1D0-67D6-45FC-AEDB-3F765ADB089F}"/>
              </a:ext>
            </a:extLst>
          </p:cNvPr>
          <p:cNvSpPr/>
          <p:nvPr/>
        </p:nvSpPr>
        <p:spPr>
          <a:xfrm>
            <a:off x="1444235" y="4886330"/>
            <a:ext cx="352926" cy="47386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CA64AE-70C0-46DC-9DE0-3BD016877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014" y="2125452"/>
            <a:ext cx="7249970" cy="44058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3727A-AEE6-4E01-9A07-195FB57628BF}"/>
              </a:ext>
            </a:extLst>
          </p:cNvPr>
          <p:cNvSpPr txBox="1"/>
          <p:nvPr/>
        </p:nvSpPr>
        <p:spPr>
          <a:xfrm>
            <a:off x="2709862" y="811929"/>
            <a:ext cx="6772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Replaced with Mean value </a:t>
            </a:r>
          </a:p>
          <a:p>
            <a:pPr algn="ctr"/>
            <a:r>
              <a:rPr lang="it-IT" sz="2400" dirty="0"/>
              <a:t>if </a:t>
            </a:r>
          </a:p>
          <a:p>
            <a:pPr algn="ctr"/>
            <a:r>
              <a:rPr lang="it-IT" sz="2400" dirty="0"/>
              <a:t>|BP</a:t>
            </a:r>
            <a:r>
              <a:rPr lang="it-IT" sz="2400" baseline="-25000" dirty="0"/>
              <a:t>Sys,Dia</a:t>
            </a:r>
            <a:r>
              <a:rPr lang="it-IT" sz="2400" dirty="0"/>
              <a:t>| </a:t>
            </a:r>
            <a:r>
              <a:rPr lang="nl-NL" sz="2400" dirty="0"/>
              <a:t>&lt; 3·</a:t>
            </a:r>
            <a:r>
              <a:rPr lang="el-GR" sz="2400" dirty="0"/>
              <a:t>σ</a:t>
            </a: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</TotalTime>
  <Words>367</Words>
  <Application>Microsoft Office PowerPoint</Application>
  <PresentationFormat>Widescreen</PresentationFormat>
  <Paragraphs>127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44</cp:revision>
  <dcterms:created xsi:type="dcterms:W3CDTF">2024-08-14T11:19:45Z</dcterms:created>
  <dcterms:modified xsi:type="dcterms:W3CDTF">2024-08-27T14:50:06Z</dcterms:modified>
</cp:coreProperties>
</file>